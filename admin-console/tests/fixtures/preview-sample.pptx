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5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ARTEDU /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辅助纹样创作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26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55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从观察传统纹样，到建立自己的创作方法。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5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ARTEDU /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· 节奏 · 色彩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26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55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提炼形态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555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重组结构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555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选择工具并反复迭代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5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ARTEDU /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课堂练习与反思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26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55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提交一张纹样作品，并记录你的创作判断。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ArtEdu QA</dc:creator>
  <cp:lastModifiedBy>ArtEdu QA</cp:lastModifiedBy>
  <cp:revision>1</cp:revision>
  <dcterms:created xsi:type="dcterms:W3CDTF">2026-10-19T09:08:31Z</dcterms:created>
  <dcterms:modified xsi:type="dcterms:W3CDTF">2026-10-19T09:08:31Z</dcterms:modified>
</cp:coreProperties>
</file>